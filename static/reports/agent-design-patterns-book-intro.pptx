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45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《Agent设计模式》读书笔记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EC0"/>
                </a:solidFill>
              </a:defRPr>
            </a:pPr>
            <a:r>
              <a:t>21个架构范式与智能体的演化之路 | 黄佳 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这本书在讲什么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Agent 时代的架构设计与工程实践指南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连接传统软件工程与大模型应用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核心问题：如何在不确定的大模型上构建可靠的系统？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上篇：智能设计的哲学 — 从历史演进揭示 Agent 诞生的必然性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下篇：六大类 21 个核心设计模式 — 感知、记忆、推理、行动、反思、协作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五条 Agent 设计原则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目标优先 — 从"要达成什么目标"出发，而非先考虑"能调用什么工具"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上下文为王 — 提示只是冰山一角，上下文工程与记忆治理才是关键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显式反馈 — 将反馈、反思与改进内建于系统设计之初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渐进自治 — 在安全护栏内逐步提升自主决策能力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涌现优于规定 — 设计让智能体自然涌现行为的机制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📖 上篇：智能设计的哲学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上篇核心：从确定性到概率性的范式跃迁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GoF 设计模式诞生于"静态世界" — 系统边界清晰、需求可预测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2012年关键转折点：Netflix Chaos Monkey + Google Datacenter as Computer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确定性时代终结：软件不再是"瑞士手表"，而是"热带雨林"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意图比模式更重要 — Agent 首次将"意图"显式嵌入系统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函数与流、分布式+Serverless、软件2.0 — 每一步都在为 Agent 铺路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2012-2014：四次关键变革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271516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Google Datacenter as Computer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1800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硬件故障是统计学必然，软件为故障常态化设计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6" y="1371600"/>
            <a:ext cx="5271516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6" y="1463040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Netflix Chaos Monkey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1828800"/>
            <a:ext cx="51800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从鲁棒性到反脆弱，系统像免疫系统通过小创伤进化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43200"/>
            <a:ext cx="5271516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34640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Docker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51800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不可变基础设施，服务器从资产变成可销毁的耗材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2743200"/>
            <a:ext cx="5271516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2834640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Kubernetes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3200400"/>
            <a:ext cx="51800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声明式API+调解循环，Controller本质上是原始Agent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Agent 的本质：从工具到伙伴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交互原语升维：命令与控制 → 意图与协作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"模糊翻译器"：人类模糊的自然语言 → 机器精确的 API 调用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记忆与身份：Agent 在对话之间延续"身份"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上下文工程：上下文就是 Agent 的整个世界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ReAct 范式（Thought → Action → Observation）已成为行动标准心智模型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MCP + A2A：双轨制协议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MCP（Model Context Protocol）— AI 的 USB-C 接口，标准化 Agent 与工具/数据的连接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A2A — Agent 之间的"对讲机协议"，多个 Agent 相互协作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工具(Tool) = Agent 的"手" — 原子化操作（执行SQL、发送HTTP）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技能(Skill) = Agent 的"技能书" — 工具 + 领域知识 + SOP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编排器（Orchestrator）：当 Agent 数量增加，系统需要"大脑"维持秩序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i="1">
                <a:solidFill>
                  <a:srgbClr val="1A1A2E"/>
                </a:solidFill>
              </a:defRPr>
            </a:pPr>
            <a:r>
              <a:t>"从 GoF 的 23 个设计模式到 Agent 的无限可能，我们跨越了软件工程的一个世纪：设计模式并未消亡，而是在进化；软件工程未曾终结，而是在重生；人类的角色没有消失，而是在升华。"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🔮 下篇：六大类 21 个核心设计模式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六大类 21 个模式，构建完整智能体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453383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👁️ 感知模式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3619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注意力聚焦 · 多模态融合 · 主动感知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6344" y="1371600"/>
            <a:ext cx="3453383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6344" y="1463040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🧠 记忆模式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6344" y="1828800"/>
            <a:ext cx="33619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分层记忆 · RAG · 情节记忆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12607" y="1371600"/>
            <a:ext cx="3453383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12607" y="1463040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⚙️ 推理模式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2607" y="1828800"/>
            <a:ext cx="33619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思维链 · 思维树 · 思维图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43200"/>
            <a:ext cx="3453383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34640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💪 行动模式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33619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ReAct · 规划-执行 · 工具编排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6344" y="2743200"/>
            <a:ext cx="3453383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6344" y="2834640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🔮 反思模式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6344" y="3200400"/>
            <a:ext cx="33619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自我修正 · 反思记忆 · 元学习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12607" y="2743200"/>
            <a:ext cx="3453383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2607" y="2834640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🤝 协作模式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2607" y="3200400"/>
            <a:ext cx="33619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辩论 · 委托 · 群体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感知模式：看世界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注意力聚焦 — 构建认知漏斗，用最低 Token 成本换取最高上下文质量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多模态融合 — 建立统一语义场，从"拼接式"向"原生式"演进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主动感知 — Agent 从"被动的答题者"转变为"主动的调查员"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"不要以它能记住多少为荣，而要以它能精简多少为傲。"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记忆模式：连接时间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分层记忆 — L1工作记忆(RAM) / L2短期缓存 / L3长期存储(Vector DB)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RAG — 将"推理能力"（CPU）与"知识存储"（磁盘）解耦，无需重新训练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情节记忆 — 沉淀 Agent 自身交互产生的动态经验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"从上下文工程到 MaaS，记忆正从技巧升级为核心基础设施。"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推理模式：编织逻辑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思维链(CoT) — 线性逐步推进，适合数学与逻辑推导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思维树(ToT) — 启发式搜索+剪枝回溯，适合多分支权衡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思维图(GoT) — 图结构编织+多轮迭代，适合复杂依赖整合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"Agent 架构师应善于指挥整支认知乐团，而非迷信单一推理模式。"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行动模式：付诸实施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ReAct — 边想边做：看图规划 → 采取行动 → 观察反馈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规划-执行 — 制订全局战略，分解为可执行步骤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工具编排 — 精准选择、协同调配海量外部工具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自适应策略 — 从进化论角度，通过试错+反馈+选择演化出最优决策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反思模式：AI 的灵魂工程学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自我修正 — 当下毫秒级，像橡皮擦一样擦除错误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反思记忆 — 下次分钟级，像错题本一样沉淀经验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元学习 — 长远日/周级，像修订教科书一样迭代方法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"机器何时拥有灵魂？当它开始为自己的错误感到不安时。"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协作模式：共同进化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辩论 — 对抗性推演，真理在多角度交锋中清晰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委托 — 层级目标分解，经理指挥工人的高效执行</a:t>
            </a:r>
          </a:p>
          <a:p>
            <a:pPr>
              <a:spcAft>
                <a:spcPts val="1200"/>
              </a:spcAft>
              <a:defRPr sz="2200">
                <a:solidFill>
                  <a:srgbClr val="1A1A2E"/>
                </a:solidFill>
              </a:defRPr>
            </a:pPr>
            <a:r>
              <a:t>• 路由 — 精准分发，像医院分诊台将任务分配给最适合的 Agent</a:t>
            </a:r>
          </a:p>
          <a:p>
            <a:pPr>
              <a:spcAft>
                <a:spcPts val="1200"/>
              </a:spcAft>
              <a:defRPr sz="2200" b="1">
                <a:solidFill>
                  <a:srgbClr val="553C9A"/>
                </a:solidFill>
              </a:defRPr>
            </a:pPr>
            <a:r>
              <a:t>• 群体 — 自组织涌现，像蚁群迁徙无需明确指挥者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i="1">
                <a:solidFill>
                  <a:srgbClr val="1A1A2E"/>
                </a:solidFill>
              </a:defRPr>
            </a:pPr>
            <a:r>
              <a:t>"智能的最高形态，不在于独立思考，而在于共同进化。"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新范式：架构师 = 熵的园丁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453383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🌱 浇水施肥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3619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优化数据质量，提供知识滋养系统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6344" y="1371600"/>
            <a:ext cx="3453383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6344" y="1463040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✂️ 修剪枝叶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6344" y="1828800"/>
            <a:ext cx="33619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设置护栏，引入批判机制应对幻觉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12607" y="1371600"/>
            <a:ext cx="3453383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12607" y="1463040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53C9A"/>
                </a:solidFill>
              </a:defRPr>
            </a:pPr>
            <a:r>
              <a:t>🌍 营造环境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2607" y="1828800"/>
            <a:ext cx="33619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EC0"/>
                </a:solidFill>
              </a:defRPr>
            </a:pPr>
            <a:r>
              <a:t>设计A2A协议，搭建Swarm平台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i="1">
                <a:solidFill>
                  <a:srgbClr val="1A1A2E"/>
                </a:solidFill>
              </a:defRPr>
            </a:pPr>
            <a:r>
              <a:t>"园丁的智慧，在于懂得"适度失控"。唯有在混沌的边缘，智能才会真正涌现。"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45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谢谢观看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EC0"/>
                </a:solidFill>
              </a:defRPr>
            </a:pPr>
            <a:r>
              <a:t>《Agent设计模式》读书笔记 | Tony老师分享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